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PORTADA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88136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subtitulo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PREGUNTA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3337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contenido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DEFINICION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3337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0">
                <a:solidFill>
                  <a:srgbClr val="CED7E4"/>
                </a:solidFill>
                <a:latin typeface="Aptos"/>
              </a:rPr>
              <a:t>{{ contenido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0D5CB"/>
                </a:solidFill>
                <a:latin typeface="Aptos"/>
              </a:rPr>
              <a:t>DAM / CODIGO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400" b="1">
                <a:solidFill>
                  <a:srgbClr val="F3F6FB"/>
                </a:solidFill>
                <a:latin typeface="Aptos"/>
              </a:rPr>
              <a:t>{{ titulo 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0D5CB"/>
                </a:solidFill>
                <a:latin typeface="Aptos"/>
              </a:rPr>
              <a:t>{{ lenguaje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500"/>
              </a:lnSpc>
            </a:pPr>
            <a:r>
              <a:rPr sz="1400" b="0">
                <a:solidFill>
                  <a:srgbClr val="E7EDF6"/>
                </a:solidFill>
                <a:latin typeface="Consolas"/>
              </a:rPr>
              <a:t>{{ codigo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9AA9BE"/>
                </a:solidFill>
                <a:latin typeface="Aptos"/>
              </a:rPr>
              <a:t>{{ modulo }}  |  {{ curso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